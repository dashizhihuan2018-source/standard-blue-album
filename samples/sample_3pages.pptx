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6336000" cy="90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72000"/>
            <a:ext cx="6336000" cy="35280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5670000"/>
            <a:ext cx="511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900" b="1">
                <a:solidFill>
                  <a:srgbClr val="E9EFF8"/>
                </a:solidFill>
                <a:latin typeface="Source Han Serif CN"/>
                <a:ea typeface="Source Han Serif CN"/>
                <a:cs typeface="Source Han Serif CN"/>
              </a:rPr>
              <a:t>STANDARD BLUE ALBUM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6030000"/>
            <a:ext cx="5112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2900" b="1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示例画册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822000"/>
            <a:ext cx="511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950" b="0">
                <a:solidFill>
                  <a:srgbClr val="E9EFF8"/>
                </a:solidFill>
                <a:latin typeface="Source Han Serif CN"/>
                <a:ea typeface="Source Han Serif CN"/>
                <a:cs typeface="Source Han Serif CN"/>
              </a:rPr>
              <a:t>SAMPLE ALBUM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7415999"/>
            <a:ext cx="1620000" cy="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7505999"/>
            <a:ext cx="5112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40000"/>
              </a:lnSpc>
            </a:pPr>
            <a:r>
              <a:rPr sz="1050" b="1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主编单位：</a:t>
            </a:r>
            <a:r>
              <a:rPr sz="1050" b="0">
                <a:solidFill>
                  <a:srgbClr val="E9EFF8"/>
                </a:solidFill>
                <a:latin typeface="Source Han Serif CN"/>
                <a:ea typeface="Source Han Serif CN"/>
                <a:cs typeface="Source Han Serif CN"/>
              </a:rPr>
              <a:t>示例主编单位</a:t>
            </a:r>
          </a:p>
          <a:p>
            <a:pPr hangingPunct="0">
              <a:lnSpc>
                <a:spcPct val="140000"/>
              </a:lnSpc>
            </a:pPr>
            <a:r>
              <a:rPr sz="1000" b="1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参编单位：</a:t>
            </a:r>
            <a:r>
              <a:rPr sz="1000" b="0">
                <a:solidFill>
                  <a:srgbClr val="E9EFF8"/>
                </a:solidFill>
                <a:latin typeface="Source Han Serif CN"/>
                <a:ea typeface="Source Han Serif CN"/>
                <a:cs typeface="Source Han Serif CN"/>
              </a:rPr>
              <a:t>示例参编单位</a:t>
            </a:r>
          </a:p>
          <a:p>
            <a:pPr hangingPunct="0">
              <a:lnSpc>
                <a:spcPct val="140000"/>
              </a:lnSpc>
            </a:pPr>
            <a:r>
              <a:rPr sz="1050" b="1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发布日期：</a:t>
            </a:r>
            <a:r>
              <a:rPr sz="1050" b="0">
                <a:solidFill>
                  <a:srgbClr val="E9EFF8"/>
                </a:solidFill>
                <a:latin typeface="Source Han Serif CN"/>
                <a:ea typeface="Source Han Serif CN"/>
                <a:cs typeface="Source Han Serif CN"/>
              </a:rPr>
              <a:t>2026年1月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8567999"/>
            <a:ext cx="410399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900" b="0">
                <a:solidFill>
                  <a:srgbClr val="E9EFF8"/>
                </a:solidFill>
                <a:latin typeface="Source Han Serif CN"/>
                <a:ea typeface="Source Han Serif CN"/>
                <a:cs typeface="Source Han Serif CN"/>
              </a:rPr>
              <a:t>示例机构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68000" y="8514000"/>
            <a:ext cx="792000" cy="27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8000" y="8514000"/>
            <a:ext cx="792000" cy="2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hangingPunct="0"/>
            <a:r>
              <a:rPr sz="10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公开示例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51999"/>
            <a:ext cx="5112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8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示例画册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86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30000"/>
            <a:ext cx="5112000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190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编委会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026000"/>
            <a:ext cx="5112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9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EDITORIAL BOARD · 示例画册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60000"/>
            <a:ext cx="792000" cy="144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512000"/>
            <a:ext cx="5112000" cy="699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50000"/>
              </a:lnSpc>
              <a:spcAft>
                <a:spcPts val="300"/>
              </a:spcAft>
            </a:pPr>
            <a:r>
              <a:rPr sz="110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示例画册</a:t>
            </a:r>
          </a:p>
          <a:p>
            <a:pPr hangingPunct="0">
              <a:lnSpc>
                <a:spcPct val="150000"/>
              </a:lnSpc>
              <a:spcAft>
                <a:spcPts val="300"/>
              </a:spcAft>
            </a:pPr>
            <a:r>
              <a:rPr sz="110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编委会</a:t>
            </a:r>
          </a:p>
          <a:p>
            <a:pPr hangingPunct="0">
              <a:lnSpc>
                <a:spcPct val="150000"/>
              </a:lnSpc>
              <a:spcAft>
                <a:spcPts val="300"/>
              </a:spcAft>
            </a:pPr>
            <a:r>
              <a:rPr sz="110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主编单位：</a:t>
            </a:r>
          </a:p>
          <a:p>
            <a:pPr hangingPunct="0">
              <a:lnSpc>
                <a:spcPct val="150000"/>
              </a:lnSpc>
              <a:spcAft>
                <a:spcPts val="300"/>
              </a:spcAft>
            </a:pPr>
            <a:r>
              <a:rPr sz="110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参编单位：</a:t>
            </a:r>
          </a:p>
          <a:p>
            <a:pPr hangingPunct="0">
              <a:lnSpc>
                <a:spcPct val="150000"/>
              </a:lnSpc>
              <a:spcAft>
                <a:spcPts val="3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发布日期：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8532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8586000"/>
            <a:ext cx="35784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75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示例机构  |  公开示例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6400" y="8586000"/>
            <a:ext cx="15336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4D3A1B31-561B-4472-90C7-029379FC5CB2}" type="slidenum">
              <a:rPr lang="zh-CN" smtClean="0" sz="750">
                <a:solidFill>
                  <a:srgbClr val="6E6E6E"/>
                </a:solidFill>
                <a:latin typeface="Source Han Serif CN"/>
                <a:ea typeface="Source Han Serif CN"/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51999"/>
            <a:ext cx="5112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8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示例画册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86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30000"/>
            <a:ext cx="5112000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190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026000"/>
            <a:ext cx="5112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9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60000"/>
            <a:ext cx="792000" cy="144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655999"/>
            <a:ext cx="5112000" cy="324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tabLst>
                <a:tab pos="503999" algn="l"/>
                <a:tab pos="5112000" algn="r"/>
              </a:tabLst>
            </a:pPr>
            <a:r>
              <a:rPr sz="12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01</a:t>
            </a:r>
            <a:r>
              <a:rPr sz="1250">
                <a:latin typeface="Source Han Serif CN"/>
                <a:ea typeface="Source Han Serif CN"/>
                <a:cs typeface="Source Han Serif CN"/>
              </a:rPr>
              <a:t>	</a:t>
            </a:r>
            <a:r>
              <a:rPr sz="125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一、总则</a:t>
            </a:r>
            <a:r>
              <a:rPr sz="1250">
                <a:latin typeface="Source Han Serif CN"/>
                <a:ea typeface="Source Han Serif CN"/>
                <a:cs typeface="Source Han Serif CN"/>
              </a:rPr>
              <a:t>	</a:t>
            </a:r>
            <a:r>
              <a:rPr sz="12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167200"/>
            <a:ext cx="5112000" cy="324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tabLst>
                <a:tab pos="503999" algn="l"/>
                <a:tab pos="5112000" algn="r"/>
              </a:tabLst>
            </a:pPr>
            <a:r>
              <a:rPr sz="12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02</a:t>
            </a:r>
            <a:r>
              <a:rPr sz="1250">
                <a:latin typeface="Source Han Serif CN"/>
                <a:ea typeface="Source Han Serif CN"/>
                <a:cs typeface="Source Han Serif CN"/>
              </a:rPr>
              <a:t>	</a:t>
            </a:r>
            <a:r>
              <a:rPr sz="125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二、示例章节</a:t>
            </a:r>
            <a:r>
              <a:rPr sz="1250">
                <a:latin typeface="Source Han Serif CN"/>
                <a:ea typeface="Source Han Serif CN"/>
                <a:cs typeface="Source Han Serif CN"/>
              </a:rPr>
              <a:t>	</a:t>
            </a:r>
            <a:r>
              <a:rPr sz="12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678400"/>
            <a:ext cx="5112000" cy="324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tabLst>
                <a:tab pos="503999" algn="l"/>
                <a:tab pos="5112000" algn="r"/>
              </a:tabLst>
            </a:pPr>
            <a:r>
              <a:rPr sz="12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03</a:t>
            </a:r>
            <a:r>
              <a:rPr sz="1250">
                <a:latin typeface="Source Han Serif CN"/>
                <a:ea typeface="Source Han Serif CN"/>
                <a:cs typeface="Source Han Serif CN"/>
              </a:rPr>
              <a:t>	</a:t>
            </a:r>
            <a:r>
              <a:rPr sz="125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三、示例章节</a:t>
            </a:r>
            <a:r>
              <a:rPr sz="1250">
                <a:latin typeface="Source Han Serif CN"/>
                <a:ea typeface="Source Han Serif CN"/>
                <a:cs typeface="Source Han Serif CN"/>
              </a:rPr>
              <a:t>	</a:t>
            </a:r>
            <a:r>
              <a:rPr sz="12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3189600"/>
            <a:ext cx="5112000" cy="324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tabLst>
                <a:tab pos="503999" algn="l"/>
                <a:tab pos="5112000" algn="r"/>
              </a:tabLst>
            </a:pPr>
            <a:r>
              <a:rPr sz="12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04</a:t>
            </a:r>
            <a:r>
              <a:rPr sz="1250">
                <a:latin typeface="Source Han Serif CN"/>
                <a:ea typeface="Source Han Serif CN"/>
                <a:cs typeface="Source Han Serif CN"/>
              </a:rPr>
              <a:t>	</a:t>
            </a:r>
            <a:r>
              <a:rPr sz="125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四、示例章节</a:t>
            </a:r>
            <a:r>
              <a:rPr sz="1250">
                <a:latin typeface="Source Han Serif CN"/>
                <a:ea typeface="Source Han Serif CN"/>
                <a:cs typeface="Source Han Serif CN"/>
              </a:rPr>
              <a:t>	</a:t>
            </a:r>
            <a:r>
              <a:rPr sz="12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8000" y="8532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000" y="8586000"/>
            <a:ext cx="35784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75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示例机构  |  公开示例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6400" y="8586000"/>
            <a:ext cx="15336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4D3A1B31-561B-4472-90C7-029379FC5CB2}" type="slidenum">
              <a:rPr lang="zh-CN" smtClean="0" sz="750">
                <a:solidFill>
                  <a:srgbClr val="6E6E6E"/>
                </a:solidFill>
                <a:latin typeface="Source Han Serif CN"/>
                <a:ea typeface="Source Han Serif CN"/>
              </a:rPr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36000" cy="90000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6000" cy="9000000"/>
          </a:xfrm>
          <a:prstGeom prst="rect">
            <a:avLst/>
          </a:prstGeom>
          <a:solidFill>
            <a:srgbClr val="002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-360000" y="4680000"/>
            <a:ext cx="5040000" cy="4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28000" b="1">
                <a:solidFill>
                  <a:srgbClr val="002A73"/>
                </a:solidFill>
                <a:latin typeface="Source Han Serif CN"/>
                <a:ea typeface="Source Han Serif CN"/>
                <a:cs typeface="Source Han Serif CN"/>
              </a:rPr>
              <a:t>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000" y="1512000"/>
            <a:ext cx="32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14000" b="1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6000" y="4248000"/>
            <a:ext cx="511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/>
            <a:r>
              <a:rPr sz="4800" b="1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总则</a:t>
            </a:r>
          </a:p>
          <a:p>
            <a:pPr hangingPunct="0">
              <a:spcBef>
                <a:spcPts val="800"/>
              </a:spcBef>
            </a:pPr>
            <a:r>
              <a:rPr sz="1400" b="0">
                <a:solidFill>
                  <a:srgbClr val="E9EFF8"/>
                </a:solidFill>
                <a:latin typeface="Source Han Serif CN"/>
                <a:ea typeface="Source Han Serif CN"/>
                <a:cs typeface="Source Han Serif CN"/>
              </a:rPr>
              <a:t>GENERAL PRINCIPLES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36000" y="5616000"/>
            <a:ext cx="1800000" cy="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6000" y="5868000"/>
            <a:ext cx="5112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spcAft>
                <a:spcPts val="600"/>
              </a:spcAft>
            </a:pPr>
            <a:r>
              <a:rPr sz="1000" b="1">
                <a:solidFill>
                  <a:srgbClr val="E9EFF8"/>
                </a:solidFill>
                <a:latin typeface="Source Han Serif CN"/>
                <a:ea typeface="Source Han Serif CN"/>
                <a:cs typeface="Source Han Serif CN"/>
              </a:rPr>
              <a:t>本章内容</a:t>
            </a:r>
          </a:p>
          <a:p>
            <a:pPr hangingPunct="0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1 .1 编制说明</a:t>
            </a:r>
          </a:p>
          <a:p>
            <a:pPr hangingPunct="0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1 .2 适用范围</a:t>
            </a:r>
          </a:p>
          <a:p>
            <a:pPr hangingPunct="0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1 .3 基本约定</a:t>
            </a:r>
          </a:p>
          <a:p>
            <a:pPr hangingPunct="0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1 .4 版式结构</a:t>
            </a:r>
          </a:p>
          <a:p>
            <a:pPr hangingPunct="0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1 .5 分栏规则</a:t>
            </a:r>
          </a:p>
          <a:p>
            <a:pPr hangingPunct="0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1 .6 图表处理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6000" y="8460000"/>
            <a:ext cx="4824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750" b="0">
                <a:solidFill>
                  <a:srgbClr val="E9EFF8"/>
                </a:solidFill>
                <a:latin typeface="Source Han Serif CN"/>
                <a:ea typeface="Source Han Serif CN"/>
                <a:cs typeface="Source Han Serif CN"/>
              </a:rPr>
              <a:t>示例机构  |  公开示例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51999"/>
            <a:ext cx="5112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8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示例画册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86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30000"/>
            <a:ext cx="5112000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190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一、总则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026000"/>
            <a:ext cx="5112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9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CHAPTER 01 · 示例画册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60000"/>
            <a:ext cx="792000" cy="144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512000"/>
            <a:ext cx="5112000" cy="699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▍ 1 .1 编制说明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文字内容不具备任何业务含义⁠，仅供检验行高模型与栏底贴齐效果⁠。两端对齐与标点不悬挂是本引擎的两项基础约束⁠，需在渲染后逐行核验⁠。段落首行缩进两字符⁠，段后距为零⁠，依靠缩进区分段落边界⁠。行粒度贪婪填栏算法会在栏容量耗尽时把剩余文字续排至下一栏⁠。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行粒度贪婪填栏算法会在栏容量耗尽时把剩余文字续排至下一栏⁠。标题块不可跨栏拆分⁠，若当前栏放不下则整体下移至下一栏起始位置⁠。成本模型按厘米计量⁠，累计段后距后再与栏容量比较⁠，避免纯行数估算的系统性低估⁠。渲染完成后应转换为 PDF 并逐行断言 bbox，确认无越栏与压底情况⁠。图表带区置顶时下方栏区高度自动缩短⁠，成本模型需同步按缩短后的容量拆分段落⁠。</a:t>
            </a:r>
          </a:p>
          <a:p>
            <a:pPr hangingPunct="0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</a:pPr>
            <a:r>
              <a:rPr sz="12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▍ 1 .2 适用范围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两端对齐与标点不悬挂是本引擎的两项基础约束⁠，需在渲染后逐行核验⁠。段落首行缩进两字符⁠，段后距为零⁠，依靠缩进区分段落边界⁠。行粒度贪婪填栏算法会在栏容量耗尽时把剩余文字续排至下一栏⁠。标题块不可跨栏拆分⁠，若当前栏放不下则整体下移至下一栏起始位置⁠。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标题块不可跨栏拆分⁠，若当前栏放不下则整体下移至下一栏起始位置⁠。成本模型按厘米计量⁠，累计段后距后再与栏容量比较⁠，避免纯行数估算的系统性低估⁠。渲染完成后应转换为 PDF 并逐行断言 bbox，确认无越栏与压底情况⁠。图表带区置顶时下方栏区高度自动缩短⁠，成本模型需同步按缩短后的容量拆分段落⁠。版本迭代应递增版本号并另存副本⁠，便于回溯比对与问题定位⁠。</a:t>
            </a:r>
          </a:p>
          <a:p>
            <a:pPr hangingPunct="0">
              <a:lnSpc>
                <a:spcPct val="115000"/>
              </a:lnSpc>
              <a:spcBef>
                <a:spcPts val="800"/>
              </a:spcBef>
              <a:spcAft>
                <a:spcPts val="300"/>
              </a:spcAft>
            </a:pPr>
            <a:r>
              <a:rPr sz="1150" b="1">
                <a:solidFill>
                  <a:srgbClr val="002A73"/>
                </a:solidFill>
                <a:latin typeface="Source Han Serif CN"/>
                <a:ea typeface="Source Han Serif CN"/>
                <a:cs typeface="Source Han Serif CN"/>
              </a:rPr>
              <a:t>1.2 .1 补充说明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图表带区置顶时下方栏区高度自动缩短⁠，成本模型需同步按缩短后的容量拆分段落⁠。版本迭代应递增版本号并另存副本⁠，便于回溯比对与问题定位⁠。本段为排版校核用占位文本⁠，用于产生稳定的字数以填满版心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8532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8586000"/>
            <a:ext cx="35784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75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示例机构  |  公开示例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6400" y="8586000"/>
            <a:ext cx="15336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4D3A1B31-561B-4472-90C7-029379FC5CB2}" type="slidenum">
              <a:rPr lang="zh-CN" smtClean="0" sz="750">
                <a:solidFill>
                  <a:srgbClr val="6E6E6E"/>
                </a:solidFill>
                <a:latin typeface="Source Han Serif CN"/>
                <a:ea typeface="Source Han Serif CN"/>
              </a:rPr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51999"/>
            <a:ext cx="5112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8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示例画册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86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30000"/>
            <a:ext cx="5112000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190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一、总则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026000"/>
            <a:ext cx="5112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9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CHAPTER 01 · 示例画册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60000"/>
            <a:ext cx="792000" cy="144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512000"/>
            <a:ext cx="5112000" cy="699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段落首行缩进两字符⁠，段后距为零⁠，依靠缩进区分段落边界⁠。行粒度贪婪填栏算法会在栏容量耗尽时把剩余文字续排至下一栏⁠。标题块不可跨栏拆分⁠，若当前栏放不下则整体下移至下一栏起始位置⁠。成本模型按厘米计量⁠，累计段后距后再与栏容量比较⁠，避免纯行数估算的系统性低估⁠。渲染完成后应转换为 PDF 并逐行断言 bbox，确认无越栏与压底情况⁠。图表带区置顶时下方栏区高度自动缩短⁠，成本模型需同步按缩短后的容量拆分段落⁠。</a:t>
            </a:r>
          </a:p>
          <a:p>
            <a:pPr hangingPunct="0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</a:pPr>
            <a:r>
              <a:rPr sz="12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▍ 1 .3 基本约定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段落首行缩进两字符⁠，段后距为零⁠，依靠缩进区分段落边界⁠。行粒度贪婪填栏算法会在栏容量耗尽时把剩余文字续排至下一栏⁠。标题块不可跨栏拆分⁠，若当前栏放不下则整体下移至下一栏起始位置⁠。成本模型按厘米计量⁠，累计段后距后再与栏容量比较⁠，避免纯行数估算的系统性低估⁠。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成本模型按厘米计量⁠，累计段后距后再与栏容量比较⁠，避免纯行数估算的系统性低估⁠。渲染完成后应转换为 PDF 并逐行断言 bbox，确认无越栏与压底情况⁠。图表带区置顶时下方栏区高度自动缩短⁠，成本模型需同步按缩短后的容量拆分段落⁠。版本迭代应递增版本号并另存副本⁠，便于回溯比对与问题定位⁠。本段为排版校核用占位文本⁠，用于产生稳定的字数以填满版心⁠。</a:t>
            </a:r>
          </a:p>
          <a:p>
            <a:pPr hangingPunct="0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</a:pPr>
            <a:r>
              <a:rPr sz="12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▍ 1 .4 版式结构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行粒度贪婪填栏算法会在栏容量耗尽时把剩余文字续排至下一栏⁠。标题块不可跨栏拆分⁠，若当前栏放不下则整体下移至下一栏起始位置⁠。成本模型按厘米计量⁠，累计段后距后再与栏容量比较⁠，避免纯行数估算的系统性低估⁠。渲染完成后应转换为 PDF 并逐行断言 bbox，确认无越栏与压底情况⁠。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渲染完成后应转换为 PDF 并逐行断言 bbox，确认无越栏与压底情况⁠。图表带区置顶时下方栏区高度自动缩短⁠，成本模型需同步按缩短后的容量拆分段落⁠。版本迭代应递增版本号并另存副本⁠，便于回溯比对与问题定位⁠。本段为排版校核用占位文本⁠，用于产生稳定的字数以填满版心⁠。文字内容不具备任何业务含义⁠，仅供检验行高模型与栏底贴齐效果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8532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8586000"/>
            <a:ext cx="35784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75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示例机构  |  公开示例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6400" y="8586000"/>
            <a:ext cx="15336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4D3A1B31-561B-4472-90C7-029379FC5CB2}" type="slidenum">
              <a:rPr lang="zh-CN" smtClean="0" sz="750">
                <a:solidFill>
                  <a:srgbClr val="6E6E6E"/>
                </a:solidFill>
                <a:latin typeface="Source Han Serif CN"/>
                <a:ea typeface="Source Han Serif CN"/>
              </a:rPr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51999"/>
            <a:ext cx="5112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8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示例画册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86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30000"/>
            <a:ext cx="5112000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190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一、总则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026000"/>
            <a:ext cx="5112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9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CHAPTER 01 · 示例画册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60000"/>
            <a:ext cx="792000" cy="144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512000"/>
            <a:ext cx="5112000" cy="699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02A73"/>
                </a:solidFill>
                <a:latin typeface="Source Han Serif CN"/>
                <a:ea typeface="Source Han Serif CN"/>
                <a:cs typeface="Source Han Serif CN"/>
              </a:rPr>
              <a:t>1.4 .1 补充说明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本段为排版校核用占位文本⁠，用于产生稳定的字数以填满版心⁠。文字内容不具备任何业务含义⁠，仅供检验行高模型与栏底贴齐效果⁠。两端对齐与标点不悬挂是本引擎的两项基础约束⁠，需在渲染后逐行核验⁠。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标题块不可跨栏拆分⁠，若当前栏放不下则整体下移至下一栏起始位置⁠。成本模型按厘米计量⁠，累计段后距后再与栏容量比较⁠，避免纯行数估算的系统性低估⁠。渲染完成后应转换为 PDF 并逐行断言 bbox，确认无越栏与压底情况⁠。图表带区置顶时下方栏区高度自动缩短⁠，成本模型需同步按缩短后的容量拆分段落⁠。版本迭代应递增版本号并另存副本⁠，便于回溯比对与问题定位⁠。本段为排版校核用占位文本⁠，用于产生稳定的字数以填满版心⁠。</a:t>
            </a:r>
          </a:p>
          <a:p>
            <a:pPr hangingPunct="0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</a:pPr>
            <a:r>
              <a:rPr sz="12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▍ 1 .5 分栏规则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标题块不可跨栏拆分⁠，若当前栏放不下则整体下移至下一栏起始位置⁠。成本模型按厘米计量⁠，累计段后距后再与栏容量比较⁠，避免纯行数估算的系统性低估⁠。渲染完成后应转换为 PDF 并逐行断言 bbox，确认无越栏与压底情况⁠。图表带区置顶时下方栏区高度自动缩短⁠，成本模型需同步按缩短后的容量拆分段落⁠。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图表带区置顶时下方栏区高度自动缩短⁠，成本模型需同步按缩短后的容量拆分段落⁠。版本迭代应递增版本号并另存副本⁠，便于回溯比对与问题定位⁠。本段为排版校核用占位文本⁠，用于产生稳定的字数以填满版心⁠。文字内容不具备任何业务含义⁠，仅供检验行高模型与栏底贴齐效果⁠。两端对齐与标点不悬挂是本引擎的两项基础约束⁠，需在渲染后逐行核验⁠。</a:t>
            </a:r>
          </a:p>
          <a:p>
            <a:pPr hangingPunct="0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</a:pPr>
            <a:r>
              <a:rPr sz="12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▍ 1 .6 图表处理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成本模型按厘米计量⁠，累计段后距后再与栏容量比较⁠，避免纯行数估算的系统性低估⁠。渲染完成后应转换为 PDF 并逐行断言 bbox，确认无越栏与压底情况⁠。图表带区置顶时下方栏区高度自动缩短⁠，成本模型需同步按缩短后的容量拆分段落⁠。版本迭代应递增版本号并另存副本⁠，便于回溯比对与问题定位⁠。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8532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8586000"/>
            <a:ext cx="35784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75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示例机构  |  公开示例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6400" y="8586000"/>
            <a:ext cx="15336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4D3A1B31-561B-4472-90C7-029379FC5CB2}" type="slidenum">
              <a:rPr lang="zh-CN" smtClean="0" sz="750">
                <a:solidFill>
                  <a:srgbClr val="6E6E6E"/>
                </a:solidFill>
                <a:latin typeface="Source Han Serif CN"/>
                <a:ea typeface="Source Han Serif CN"/>
              </a:rPr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51999"/>
            <a:ext cx="5112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8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示例画册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86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30000"/>
            <a:ext cx="5112000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190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一、总则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026000"/>
            <a:ext cx="5112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9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CHAPTER 01 · 示例画册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60000"/>
            <a:ext cx="792000" cy="144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512000"/>
            <a:ext cx="5112000" cy="699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版本迭代应递增版本号并另存副本⁠，便于回溯比对与问题定位⁠。本段为排版校核用占位文本⁠，用于产生稳定的字数以填满版心⁠。文字内容不具备任何业务含义⁠，仅供检验行高模型与栏底贴齐效果⁠。两端对齐与标点不悬挂是本引擎的两项基础约束⁠，需在渲染后逐行核验⁠。段落首行缩进两字符⁠，段后距为零⁠，依靠缩进区分段落边界⁠。</a:t>
            </a:r>
          </a:p>
          <a:p>
            <a:pPr hangingPunct="0">
              <a:lnSpc>
                <a:spcPct val="115000"/>
              </a:lnSpc>
              <a:spcBef>
                <a:spcPts val="800"/>
              </a:spcBef>
              <a:spcAft>
                <a:spcPts val="300"/>
              </a:spcAft>
            </a:pPr>
            <a:r>
              <a:rPr sz="1150" b="1">
                <a:solidFill>
                  <a:srgbClr val="002A73"/>
                </a:solidFill>
                <a:latin typeface="Source Han Serif CN"/>
                <a:ea typeface="Source Han Serif CN"/>
                <a:cs typeface="Source Han Serif CN"/>
              </a:rPr>
              <a:t>1.6 .1 补充说明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两端对齐与标点不悬挂是本引擎的两项基础约束⁠，需在渲染后逐行核验⁠。段落首行缩进两字符⁠，段后距为零⁠，依靠缩进区分段落边界⁠。行粒度贪婪填栏算法会在栏容量耗尽时把剩余文字续排至下一栏⁠。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渲染完成后应转换为 PDF 并逐行断言 bbox，确认无越栏与压底情况⁠。图表带区置顶时下方栏区高度自动缩短⁠，成本模型需同步按缩短后的容量拆分段落⁠。版本迭代应递增版本号并另存副本⁠，便于回溯比对与问题定位⁠。本段为排版校核用占位文本⁠，用于产生稳定的字数以填满版心⁠。文字内容不具备任何业务含义⁠，仅供检验行高模型与栏底贴齐效果⁠。两端对齐与标点不悬挂是本引擎的两项基础约束⁠，需在渲染后逐行核验⁠。</a:t>
            </a:r>
          </a:p>
          <a:p>
            <a:pPr hangingPunct="0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</a:pPr>
            <a:r>
              <a:rPr sz="12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▍ 1 .7 校验流程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渲染完成后应转换为 PDF 并逐行断言 bbox，确认无越栏与压底情况⁠。图表带区置顶时下方栏区高度自动缩短⁠，成本模型需同步按缩短后的容量拆分段落⁠。版本迭代应递增版本号并另存副本⁠，便于回溯比对与问题定位⁠。本段为排版校核用占位文本⁠，用于产生稳定的字数以填满版心⁠。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本段为排版校核用占位文本⁠，用于产生稳定的字数以填满版心⁠。文字内容不具备任何业务含义⁠，仅供检验行高模型与栏底贴齐效果⁠。两端对齐与标点不悬挂是本引擎的两项基础约束⁠，需在渲染后逐行核验⁠。段落首行缩进两字符⁠，段后距为零⁠，依靠缩进区分段落边界⁠。行粒度贪婪填栏算法会在栏容量耗尽时把剩余文字续排至下一栏⁠。</a:t>
            </a:r>
          </a:p>
          <a:p>
            <a:pPr hangingPunct="0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</a:pPr>
            <a:r>
              <a:rPr sz="12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▍ 1 .8 交付要求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8532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8586000"/>
            <a:ext cx="35784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75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示例机构  |  公开示例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6400" y="8586000"/>
            <a:ext cx="15336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4D3A1B31-561B-4472-90C7-029379FC5CB2}" type="slidenum">
              <a:rPr lang="zh-CN" smtClean="0" sz="750">
                <a:solidFill>
                  <a:srgbClr val="6E6E6E"/>
                </a:solidFill>
                <a:latin typeface="Source Han Serif CN"/>
                <a:ea typeface="Source Han Serif CN"/>
              </a:rPr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51999"/>
            <a:ext cx="5112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8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示例画册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86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30000"/>
            <a:ext cx="5112000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190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一、总则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026000"/>
            <a:ext cx="5112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9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CHAPTER 01 · 示例画册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60000"/>
            <a:ext cx="792000" cy="144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512000"/>
            <a:ext cx="5112000" cy="699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图表带区置顶时下方栏区高度自动缩短⁠，成本模型需同步按缩短后的容量拆分段落⁠。版本迭代应递增版本号并另存副本⁠，便于回溯比对与问题定位⁠。本段为排版校核用占位文本⁠，用于产生稳定的字数以填满版心⁠。文字内容不具备任何业务含义⁠，仅供检验行高模型与栏底贴齐效果⁠。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文字内容不具备任何业务含义⁠，仅供检验行高模型与栏底贴齐效果⁠。两端对齐与标点不悬挂是本引擎的两项基础约束⁠，需在渲染后逐行核验⁠。段落首行缩进两字符⁠，段后距为零⁠，依靠缩进区分段落边界⁠。行粒度贪婪填栏算法会在栏容量耗尽时把剩余文字续排至下一栏⁠。标题块不可跨栏拆分⁠，若当前栏放不下则整体下移至下一栏起始位置⁠。</a:t>
            </a:r>
          </a:p>
          <a:p>
            <a:pPr hangingPunct="0">
              <a:lnSpc>
                <a:spcPct val="115000"/>
              </a:lnSpc>
              <a:spcBef>
                <a:spcPts val="800"/>
              </a:spcBef>
              <a:spcAft>
                <a:spcPts val="300"/>
              </a:spcAft>
            </a:pPr>
            <a:r>
              <a:rPr sz="1150" b="1">
                <a:solidFill>
                  <a:srgbClr val="002A73"/>
                </a:solidFill>
                <a:latin typeface="Source Han Serif CN"/>
                <a:ea typeface="Source Han Serif CN"/>
                <a:cs typeface="Source Han Serif CN"/>
              </a:rPr>
              <a:t>1.8 .1 补充说明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行粒度贪婪填栏算法会在栏容量耗尽时把剩余文字续排至下一栏⁠。标题块不可跨栏拆分⁠，若当前栏放不下则整体下移至下一栏起始位置⁠。成本模型按厘米计量⁠，累计段后距后再与栏容量比较⁠，避免纯行数估算的系统性低估⁠。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版本迭代应递增版本号并另存副本⁠，便于回溯比对与问题定位⁠。本段为排版校核用占位文本⁠，用于产生稳定的字数以填满版心⁠。文字内容不具备任何业务含义⁠，仅供检验行高模型与栏底贴齐效果⁠。两端对齐与标点不悬挂是本引擎的两项基础约束⁠，需在渲染后逐行核验⁠。段落首行缩进两字符⁠，段后距为零⁠，依靠缩进区分段落边界⁠。行粒度贪婪填栏算法会在栏容量耗尽时把剩余文字续排至下一栏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8532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8586000"/>
            <a:ext cx="35784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75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示例机构  |  公开示例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6400" y="8586000"/>
            <a:ext cx="15336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4D3A1B31-561B-4472-90C7-029379FC5CB2}" type="slidenum">
              <a:rPr lang="zh-CN" smtClean="0" sz="750">
                <a:solidFill>
                  <a:srgbClr val="6E6E6E"/>
                </a:solidFill>
                <a:latin typeface="Source Han Serif CN"/>
                <a:ea typeface="Source Han Serif CN"/>
              </a:rPr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36000" cy="90000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6000" cy="9000000"/>
          </a:xfrm>
          <a:prstGeom prst="rect">
            <a:avLst/>
          </a:prstGeom>
          <a:solidFill>
            <a:srgbClr val="002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600000"/>
            <a:ext cx="6336000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hangingPunct="0"/>
            <a:r>
              <a:rPr sz="6000" b="1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匠心筑造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220000"/>
            <a:ext cx="6336000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hangingPunct="0"/>
            <a:r>
              <a:rPr sz="6000" b="1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品质焕新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7200000"/>
            <a:ext cx="6336000" cy="2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hangingPunct="0"/>
            <a:r>
              <a:rPr sz="1100" b="0">
                <a:solidFill>
                  <a:srgbClr val="E9EFF8"/>
                </a:solidFill>
                <a:latin typeface="Source Han Serif CN"/>
                <a:ea typeface="Source Han Serif CN"/>
                <a:cs typeface="Source Han Serif CN"/>
              </a:rPr>
              <a:t>示例机构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示例画册</dc:title>
  <dc:subject/>
  <dc:creator>示例机构</dc:creator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